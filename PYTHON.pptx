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452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AEB60-0F98-96CA-BB42-99C5DDD0E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BCFFF-59B0-E14B-D6BC-D24F915F9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D3A49-984E-C22E-E8E0-D90FC8522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2687-C5F9-4342-BE96-69139F2C28E4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F154F-008F-B5B3-C599-850684B4F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FD933-47BB-323A-11CA-7F374601A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78E-3F1A-473C-B190-44DFE43F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04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0800-504A-5EEC-37B8-9A094C31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5B492-B4F5-16B6-EE57-B2C453EC3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E6D5D-C54C-48C4-5F8A-1A4D26531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2687-C5F9-4342-BE96-69139F2C28E4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BAD23-BD80-9FFF-33B0-011B9F2A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9A4DD-C1BD-48BA-A0EE-FC4CA9CEA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78E-3F1A-473C-B190-44DFE43F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316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C3A0D-4680-3435-B7BB-CF1AF137E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EBB8E-D120-4D6B-E806-8AE264CE1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BF763-0B95-EE7F-F987-B040AA231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2687-C5F9-4342-BE96-69139F2C28E4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357BB-1A45-5A6F-5DB3-5B84A1EA0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3C3E5-5607-8021-DDAE-C89E37EEF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78E-3F1A-473C-B190-44DFE43F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457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77300-4D2E-EA1F-63EA-7701C048E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C98CA-2DAB-CF35-5D80-73490E1B5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F387E-1AF4-6F2A-50E0-BBD6E945D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33F69-EA42-DACC-39BD-4913AFB44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2687-C5F9-4342-BE96-69139F2C28E4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05FD0-2A4A-FA81-D64A-682B36E11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E4FAC-AE10-D4FE-6D5A-09478967F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78E-3F1A-473C-B190-44DFE43F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471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68385-091F-B849-641A-78C807453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8CCDA-3C4C-7604-D6B1-7CC704BB3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A77EDA-66F6-E86E-97F8-3D027976F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0ADDC0-60F5-FC9C-B85F-E272A224D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F9CF72-49EB-0A15-D59E-1FB31AFC3E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8A8E3-7B4E-2C4D-C65E-F5C4DF4BD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2687-C5F9-4342-BE96-69139F2C28E4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22A248-ABA0-18CE-62AF-2FF9E2AB4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8DA1A1-F3A6-A10E-DBB0-886835847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78E-3F1A-473C-B190-44DFE43F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837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F2632-3702-0F5B-1F65-216DBC4A2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3179C-64C7-3788-6248-F9CFE50D2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2687-C5F9-4342-BE96-69139F2C28E4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5605B-B59A-04DE-C7E8-FE181FBD1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270CF-A042-34E4-7C61-2A1CBD050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78E-3F1A-473C-B190-44DFE43F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54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94581C-BBB7-D546-2745-F8B0FB986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2687-C5F9-4342-BE96-69139F2C28E4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7A44C6-FCE7-9BC4-C47E-E8C6FD2C3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0F4CA-1693-2070-B67A-10D71FE4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78E-3F1A-473C-B190-44DFE43F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721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4013-19D6-8B28-DB5E-64050277E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4CB60-F191-39E5-ECEC-6F764CA2E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F94BD-5322-FD26-1C98-59DDD22A5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4CBCF-8D28-440F-C523-F91088EE7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2687-C5F9-4342-BE96-69139F2C28E4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5B0A9-BFC2-C500-E0D0-6826238C9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B84BA-7084-21EF-EA6A-E7735E43A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78E-3F1A-473C-B190-44DFE43F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497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C4B74-2E64-A18C-82EC-3CEBFD775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32165F-5A99-001B-EA3E-63D0D5B47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C3F531-510B-9C9B-E566-B0754C560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88AB8-071C-25C3-BCAF-BA66F01D7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2687-C5F9-4342-BE96-69139F2C28E4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E4B3F-464A-F46B-20D9-0446C3036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68F5B-814D-872B-417A-00383241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78E-3F1A-473C-B190-44DFE43F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955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46215-8039-6150-E764-23C405DAD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6E449-1C7D-C801-1FFE-875013CAF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421D1-CBA2-09AB-B0AF-9522255FF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2687-C5F9-4342-BE96-69139F2C28E4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45A43-505D-1630-BF0C-FC1998CAA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4FE3A-14E1-3390-A713-E64F2055F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78E-3F1A-473C-B190-44DFE43F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936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972F8C-4269-32C4-5F43-385C21236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876097-0648-0BDE-B42B-590266094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C28BC-7BE1-5A32-7ECD-3D98B7EF8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2687-C5F9-4342-BE96-69139F2C28E4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0D99B-66EF-AD00-EF32-EE9D30F83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DA1B9-6B07-A497-791B-995829F44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78E-3F1A-473C-B190-44DFE43F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87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87233-0EA0-D7E0-91CD-3C3CED849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4900F-E340-FA8F-DD1A-6DCC67BD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8DCCA-2694-3A44-3540-234F2062B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42687-C5F9-4342-BE96-69139F2C28E4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CE7E0-A376-3290-A179-98538C5465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3A4DE-9838-1368-E5DB-E36F2223C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5D78E-3F1A-473C-B190-44DFE43F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CB44C2-6861-1586-8957-9649D88A5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722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B63278-186F-9E09-A0D3-943EB7E74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1424" y="-511705"/>
            <a:ext cx="8791575" cy="238760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WELCOME TO </a:t>
            </a:r>
          </a:p>
        </p:txBody>
      </p:sp>
      <p:sp>
        <p:nvSpPr>
          <p:cNvPr id="4" name="AutoShape 2" descr="Python Programming Wallpapers and Backgrounds">
            <a:extLst>
              <a:ext uri="{FF2B5EF4-FFF2-40B4-BE49-F238E27FC236}">
                <a16:creationId xmlns:a16="http://schemas.microsoft.com/office/drawing/2014/main" id="{D886AA14-3DA9-AEB4-FC96-99681A0FA4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702733"/>
            <a:ext cx="2878667" cy="2878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45265B-C456-B759-78D5-1586C62A22F1}"/>
              </a:ext>
            </a:extLst>
          </p:cNvPr>
          <p:cNvSpPr txBox="1"/>
          <p:nvPr/>
        </p:nvSpPr>
        <p:spPr>
          <a:xfrm>
            <a:off x="8521700" y="4457700"/>
            <a:ext cx="337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solidFill>
                  <a:schemeClr val="bg1"/>
                </a:solidFill>
              </a:rPr>
              <a:t>KT</a:t>
            </a:r>
          </a:p>
        </p:txBody>
      </p:sp>
    </p:spTree>
    <p:extLst>
      <p:ext uri="{BB962C8B-B14F-4D97-AF65-F5344CB8AC3E}">
        <p14:creationId xmlns:p14="http://schemas.microsoft.com/office/powerpoint/2010/main" val="3093096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ython Logo Clip Art Image - ClipSafari">
            <a:extLst>
              <a:ext uri="{FF2B5EF4-FFF2-40B4-BE49-F238E27FC236}">
                <a16:creationId xmlns:a16="http://schemas.microsoft.com/office/drawing/2014/main" id="{5A4018B7-4CF8-54D7-3362-2492DE13B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75" y="0"/>
            <a:ext cx="9696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0ED859-4B34-5B1B-14FE-B0EAF7F29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CE7D4-7AA2-7D82-CE2B-9B8363D8D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is Python?</a:t>
            </a:r>
          </a:p>
          <a:p>
            <a:r>
              <a:rPr lang="en-IN" dirty="0"/>
              <a:t>What can we do with Python?</a:t>
            </a:r>
          </a:p>
          <a:p>
            <a:r>
              <a:rPr lang="en-IN" dirty="0"/>
              <a:t>Key Features of Python?</a:t>
            </a:r>
          </a:p>
          <a:p>
            <a:r>
              <a:rPr lang="en-IN" dirty="0"/>
              <a:t>What are the applications built using Python?</a:t>
            </a:r>
          </a:p>
          <a:p>
            <a:r>
              <a:rPr lang="en-IN" dirty="0"/>
              <a:t>Is Python OOPS or not?</a:t>
            </a:r>
          </a:p>
          <a:p>
            <a:r>
              <a:rPr lang="en-IN" dirty="0"/>
              <a:t>Hello World program</a:t>
            </a:r>
          </a:p>
        </p:txBody>
      </p:sp>
    </p:spTree>
    <p:extLst>
      <p:ext uri="{BB962C8B-B14F-4D97-AF65-F5344CB8AC3E}">
        <p14:creationId xmlns:p14="http://schemas.microsoft.com/office/powerpoint/2010/main" val="337412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ython Logo Clip Art Image - ClipSafari">
            <a:extLst>
              <a:ext uri="{FF2B5EF4-FFF2-40B4-BE49-F238E27FC236}">
                <a16:creationId xmlns:a16="http://schemas.microsoft.com/office/drawing/2014/main" id="{1223AC6A-F267-7745-36D9-68E1AC047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75" y="0"/>
            <a:ext cx="9696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E50DD1-FAFB-9466-3C8F-7B3F8DDD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used for: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C403D-F3EE-ABD8-FFFF-18A58EF5A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Web Development</a:t>
            </a:r>
          </a:p>
          <a:p>
            <a:r>
              <a:rPr lang="en-IN" dirty="0"/>
              <a:t>Data Science and Analysis</a:t>
            </a:r>
          </a:p>
          <a:p>
            <a:r>
              <a:rPr lang="en-IN" dirty="0"/>
              <a:t>Machine Learning and AI</a:t>
            </a:r>
          </a:p>
          <a:p>
            <a:r>
              <a:rPr lang="en-IN" dirty="0"/>
              <a:t>DevOps and Cloud</a:t>
            </a:r>
          </a:p>
        </p:txBody>
      </p:sp>
    </p:spTree>
    <p:extLst>
      <p:ext uri="{BB962C8B-B14F-4D97-AF65-F5344CB8AC3E}">
        <p14:creationId xmlns:p14="http://schemas.microsoft.com/office/powerpoint/2010/main" val="4079059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4C5D7-C582-53E9-EFB3-F9930611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2FD2A-FF2D-0A20-A096-184AA9EB5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Easy to Learn</a:t>
            </a:r>
          </a:p>
          <a:p>
            <a:r>
              <a:rPr lang="en-IN" dirty="0"/>
              <a:t>Open Source</a:t>
            </a:r>
          </a:p>
          <a:p>
            <a:r>
              <a:rPr lang="en-IN" dirty="0"/>
              <a:t>Cross platform </a:t>
            </a:r>
            <a:r>
              <a:rPr lang="en-IN" dirty="0" err="1"/>
              <a:t>compatability</a:t>
            </a:r>
            <a:endParaRPr lang="en-IN" dirty="0"/>
          </a:p>
          <a:p>
            <a:r>
              <a:rPr lang="en-IN" dirty="0"/>
              <a:t>Error friendly</a:t>
            </a:r>
          </a:p>
        </p:txBody>
      </p:sp>
      <p:pic>
        <p:nvPicPr>
          <p:cNvPr id="5122" name="Picture 2" descr="Python Logo Clip Art Image - ClipSafari">
            <a:extLst>
              <a:ext uri="{FF2B5EF4-FFF2-40B4-BE49-F238E27FC236}">
                <a16:creationId xmlns:a16="http://schemas.microsoft.com/office/drawing/2014/main" id="{5C091847-C68A-1589-E15E-34D786C04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75" y="0"/>
            <a:ext cx="9696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905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B26D6-CB8F-3DD9-57F6-47D49B3F6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 Python OOPS?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0C209-8D3A-C319-CC7A-7442CAE1B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Principles:</a:t>
            </a:r>
          </a:p>
          <a:p>
            <a:pPr marL="0" indent="0">
              <a:buNone/>
            </a:pPr>
            <a:r>
              <a:rPr lang="en-IN" dirty="0"/>
              <a:t>            -Encapsulation</a:t>
            </a:r>
          </a:p>
          <a:p>
            <a:pPr marL="0" indent="0">
              <a:buNone/>
            </a:pPr>
            <a:r>
              <a:rPr lang="en-IN" dirty="0"/>
              <a:t>            -Inheritance</a:t>
            </a:r>
          </a:p>
          <a:p>
            <a:pPr marL="0" indent="0">
              <a:buNone/>
            </a:pPr>
            <a:r>
              <a:rPr lang="en-IN" dirty="0"/>
              <a:t>            -Polymorphism</a:t>
            </a:r>
          </a:p>
          <a:p>
            <a:pPr marL="0" indent="0">
              <a:buNone/>
            </a:pPr>
            <a:r>
              <a:rPr lang="en-IN" dirty="0"/>
              <a:t>            -Abstraction           </a:t>
            </a:r>
          </a:p>
        </p:txBody>
      </p:sp>
      <p:pic>
        <p:nvPicPr>
          <p:cNvPr id="6146" name="Picture 2" descr="Python Logo Clip Art Image - ClipSafari">
            <a:extLst>
              <a:ext uri="{FF2B5EF4-FFF2-40B4-BE49-F238E27FC236}">
                <a16:creationId xmlns:a16="http://schemas.microsoft.com/office/drawing/2014/main" id="{B1DC8AF8-A486-B3E1-E00F-3EB17B08F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75" y="0"/>
            <a:ext cx="9696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3816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E7EC3-720A-3F23-BF2E-9CA1B4F69A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005B-A4D5-5D5F-CF63-290DC080C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2192000" y="1118395"/>
            <a:ext cx="36842700" cy="662304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172" name="Picture 4" descr="1000 Thank you in Python programming language White' Sticker | Spreadshirt">
            <a:extLst>
              <a:ext uri="{FF2B5EF4-FFF2-40B4-BE49-F238E27FC236}">
                <a16:creationId xmlns:a16="http://schemas.microsoft.com/office/drawing/2014/main" id="{C542ED54-132A-6903-C720-8308F53A2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809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06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85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WELCOME TO </vt:lpstr>
      <vt:lpstr>Topics:</vt:lpstr>
      <vt:lpstr>Python used for:</vt:lpstr>
      <vt:lpstr>Key Features</vt:lpstr>
      <vt:lpstr>Is Python OOPS?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Anusha Kanuparthi</dc:creator>
  <cp:lastModifiedBy>Anusha Kanuparthi</cp:lastModifiedBy>
  <cp:revision>1</cp:revision>
  <dcterms:created xsi:type="dcterms:W3CDTF">2025-01-31T07:37:43Z</dcterms:created>
  <dcterms:modified xsi:type="dcterms:W3CDTF">2025-01-31T08:12:30Z</dcterms:modified>
</cp:coreProperties>
</file>